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6933F3-C0D2-46AD-8B0E-8A5CD7D1DE4C}" type="doc">
      <dgm:prSet loTypeId="urn:microsoft.com/office/officeart/2005/8/layout/process2" loCatId="process" qsTypeId="urn:microsoft.com/office/officeart/2005/8/quickstyle/simple1" qsCatId="simple" csTypeId="urn:microsoft.com/office/officeart/2005/8/colors/colorful3" csCatId="colorful" phldr="1"/>
      <dgm:spPr/>
    </dgm:pt>
    <dgm:pt modelId="{FCD2D46B-FC8D-4F5F-A7B4-A1C9A67EFA1D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E35C20F8-B938-4D13-B1E2-1B4DD938B77C}" type="parTrans" cxnId="{14296C42-20FE-4B17-B815-3B12AEA6D319}">
      <dgm:prSet/>
      <dgm:spPr/>
      <dgm:t>
        <a:bodyPr/>
        <a:lstStyle/>
        <a:p>
          <a:endParaRPr lang="en-IN"/>
        </a:p>
      </dgm:t>
    </dgm:pt>
    <dgm:pt modelId="{54721F22-1FD9-40A6-91B9-8B18A9B65E2D}" type="sibTrans" cxnId="{14296C42-20FE-4B17-B815-3B12AEA6D319}">
      <dgm:prSet/>
      <dgm:spPr/>
      <dgm:t>
        <a:bodyPr/>
        <a:lstStyle/>
        <a:p>
          <a:endParaRPr lang="en-IN"/>
        </a:p>
      </dgm:t>
    </dgm:pt>
    <dgm:pt modelId="{42BABEA5-2F3C-4865-8894-D30EACCF70E8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7BA07800-A69B-43EC-9E59-3D2DEFB41F79}" type="parTrans" cxnId="{6AB4D3BA-879E-4C5F-A74B-BB0292C09766}">
      <dgm:prSet/>
      <dgm:spPr/>
      <dgm:t>
        <a:bodyPr/>
        <a:lstStyle/>
        <a:p>
          <a:endParaRPr lang="en-IN"/>
        </a:p>
      </dgm:t>
    </dgm:pt>
    <dgm:pt modelId="{84521075-0FC8-48C7-AB19-238054172B94}" type="sibTrans" cxnId="{6AB4D3BA-879E-4C5F-A74B-BB0292C09766}">
      <dgm:prSet/>
      <dgm:spPr/>
      <dgm:t>
        <a:bodyPr/>
        <a:lstStyle/>
        <a:p>
          <a:endParaRPr lang="en-IN"/>
        </a:p>
      </dgm:t>
    </dgm:pt>
    <dgm:pt modelId="{47349EEE-A071-409A-9864-F672CB4E5C1A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860C5180-C398-40B5-B445-9B86D4D4FDB4}" type="parTrans" cxnId="{3F1EE455-B10C-46D4-A3B8-244506FDAA80}">
      <dgm:prSet/>
      <dgm:spPr/>
      <dgm:t>
        <a:bodyPr/>
        <a:lstStyle/>
        <a:p>
          <a:endParaRPr lang="en-IN"/>
        </a:p>
      </dgm:t>
    </dgm:pt>
    <dgm:pt modelId="{FA53662D-F9CD-4D98-B29A-A4DB2635532E}" type="sibTrans" cxnId="{3F1EE455-B10C-46D4-A3B8-244506FDAA80}">
      <dgm:prSet/>
      <dgm:spPr/>
      <dgm:t>
        <a:bodyPr/>
        <a:lstStyle/>
        <a:p>
          <a:endParaRPr lang="en-IN"/>
        </a:p>
      </dgm:t>
    </dgm:pt>
    <dgm:pt modelId="{E89F15B9-22CF-4D4B-A8E0-A0D4FF91D0C1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93B89FF3-19BD-44D0-A6A1-2E2AC9C2EB45}" type="parTrans" cxnId="{0663D94C-5543-4AC8-A031-2E273D238E9D}">
      <dgm:prSet/>
      <dgm:spPr/>
      <dgm:t>
        <a:bodyPr/>
        <a:lstStyle/>
        <a:p>
          <a:endParaRPr lang="en-IN"/>
        </a:p>
      </dgm:t>
    </dgm:pt>
    <dgm:pt modelId="{CDDC86C7-529D-4F8F-8D06-859DD2536709}" type="sibTrans" cxnId="{0663D94C-5543-4AC8-A031-2E273D238E9D}">
      <dgm:prSet/>
      <dgm:spPr/>
      <dgm:t>
        <a:bodyPr/>
        <a:lstStyle/>
        <a:p>
          <a:endParaRPr lang="en-IN"/>
        </a:p>
      </dgm:t>
    </dgm:pt>
    <dgm:pt modelId="{6535A854-731A-4D1D-9D45-E8D91B73F3AA}" type="pres">
      <dgm:prSet presAssocID="{2D6933F3-C0D2-46AD-8B0E-8A5CD7D1DE4C}" presName="linearFlow" presStyleCnt="0">
        <dgm:presLayoutVars>
          <dgm:resizeHandles val="exact"/>
        </dgm:presLayoutVars>
      </dgm:prSet>
      <dgm:spPr/>
    </dgm:pt>
    <dgm:pt modelId="{36722730-9618-49F0-8BAB-D149AF5315AC}" type="pres">
      <dgm:prSet presAssocID="{FCD2D46B-FC8D-4F5F-A7B4-A1C9A67EFA1D}" presName="node" presStyleLbl="node1" presStyleIdx="0" presStyleCnt="4">
        <dgm:presLayoutVars>
          <dgm:bulletEnabled val="1"/>
        </dgm:presLayoutVars>
      </dgm:prSet>
      <dgm:spPr/>
    </dgm:pt>
    <dgm:pt modelId="{C178FF03-289D-4D09-8817-A138E6F6CE99}" type="pres">
      <dgm:prSet presAssocID="{54721F22-1FD9-40A6-91B9-8B18A9B65E2D}" presName="sibTrans" presStyleLbl="sibTrans2D1" presStyleIdx="0" presStyleCnt="3"/>
      <dgm:spPr/>
    </dgm:pt>
    <dgm:pt modelId="{DCD2B2E2-8B7C-4294-8288-FF338234FD9C}" type="pres">
      <dgm:prSet presAssocID="{54721F22-1FD9-40A6-91B9-8B18A9B65E2D}" presName="connectorText" presStyleLbl="sibTrans2D1" presStyleIdx="0" presStyleCnt="3"/>
      <dgm:spPr/>
    </dgm:pt>
    <dgm:pt modelId="{40E2B904-BC87-480C-8665-9015E6EC108A}" type="pres">
      <dgm:prSet presAssocID="{42BABEA5-2F3C-4865-8894-D30EACCF70E8}" presName="node" presStyleLbl="node1" presStyleIdx="1" presStyleCnt="4">
        <dgm:presLayoutVars>
          <dgm:bulletEnabled val="1"/>
        </dgm:presLayoutVars>
      </dgm:prSet>
      <dgm:spPr/>
    </dgm:pt>
    <dgm:pt modelId="{25F775D9-7A0C-4DB8-A6C0-07D1C4D8AA00}" type="pres">
      <dgm:prSet presAssocID="{84521075-0FC8-48C7-AB19-238054172B94}" presName="sibTrans" presStyleLbl="sibTrans2D1" presStyleIdx="1" presStyleCnt="3"/>
      <dgm:spPr/>
    </dgm:pt>
    <dgm:pt modelId="{E89E83C8-8E59-4795-9AA8-8D7677E80955}" type="pres">
      <dgm:prSet presAssocID="{84521075-0FC8-48C7-AB19-238054172B94}" presName="connectorText" presStyleLbl="sibTrans2D1" presStyleIdx="1" presStyleCnt="3"/>
      <dgm:spPr/>
    </dgm:pt>
    <dgm:pt modelId="{16BAC606-1158-4E0C-B6ED-195595085A1F}" type="pres">
      <dgm:prSet presAssocID="{47349EEE-A071-409A-9864-F672CB4E5C1A}" presName="node" presStyleLbl="node1" presStyleIdx="2" presStyleCnt="4">
        <dgm:presLayoutVars>
          <dgm:bulletEnabled val="1"/>
        </dgm:presLayoutVars>
      </dgm:prSet>
      <dgm:spPr/>
    </dgm:pt>
    <dgm:pt modelId="{2B319CA5-64D7-41C3-B921-A6D2ECEEE80D}" type="pres">
      <dgm:prSet presAssocID="{FA53662D-F9CD-4D98-B29A-A4DB2635532E}" presName="sibTrans" presStyleLbl="sibTrans2D1" presStyleIdx="2" presStyleCnt="3"/>
      <dgm:spPr/>
    </dgm:pt>
    <dgm:pt modelId="{768103D6-7B6A-4CBD-8C61-39454EC9C21B}" type="pres">
      <dgm:prSet presAssocID="{FA53662D-F9CD-4D98-B29A-A4DB2635532E}" presName="connectorText" presStyleLbl="sibTrans2D1" presStyleIdx="2" presStyleCnt="3"/>
      <dgm:spPr/>
    </dgm:pt>
    <dgm:pt modelId="{945C2BC3-6D76-4F9F-9164-94D21FF6A1A9}" type="pres">
      <dgm:prSet presAssocID="{E89F15B9-22CF-4D4B-A8E0-A0D4FF91D0C1}" presName="node" presStyleLbl="node1" presStyleIdx="3" presStyleCnt="4">
        <dgm:presLayoutVars>
          <dgm:bulletEnabled val="1"/>
        </dgm:presLayoutVars>
      </dgm:prSet>
      <dgm:spPr/>
    </dgm:pt>
  </dgm:ptLst>
  <dgm:cxnLst>
    <dgm:cxn modelId="{97258A5A-5FA9-474F-8817-B3AE23E9CC53}" type="presOf" srcId="{FCD2D46B-FC8D-4F5F-A7B4-A1C9A67EFA1D}" destId="{36722730-9618-49F0-8BAB-D149AF5315AC}" srcOrd="0" destOrd="0" presId="urn:microsoft.com/office/officeart/2005/8/layout/process2"/>
    <dgm:cxn modelId="{1FDD2F93-FC5F-4D33-9938-E725CE0A45EA}" type="presOf" srcId="{FA53662D-F9CD-4D98-B29A-A4DB2635532E}" destId="{768103D6-7B6A-4CBD-8C61-39454EC9C21B}" srcOrd="1" destOrd="0" presId="urn:microsoft.com/office/officeart/2005/8/layout/process2"/>
    <dgm:cxn modelId="{109FCFA7-8A96-403C-879D-5CFF1F4676DC}" type="presOf" srcId="{2D6933F3-C0D2-46AD-8B0E-8A5CD7D1DE4C}" destId="{6535A854-731A-4D1D-9D45-E8D91B73F3AA}" srcOrd="0" destOrd="0" presId="urn:microsoft.com/office/officeart/2005/8/layout/process2"/>
    <dgm:cxn modelId="{A4DBBA51-0F14-40CC-B3C5-1EE6057B141C}" type="presOf" srcId="{42BABEA5-2F3C-4865-8894-D30EACCF70E8}" destId="{40E2B904-BC87-480C-8665-9015E6EC108A}" srcOrd="0" destOrd="0" presId="urn:microsoft.com/office/officeart/2005/8/layout/process2"/>
    <dgm:cxn modelId="{109AF082-A436-4C42-9D73-93B03C656406}" type="presOf" srcId="{FA53662D-F9CD-4D98-B29A-A4DB2635532E}" destId="{2B319CA5-64D7-41C3-B921-A6D2ECEEE80D}" srcOrd="0" destOrd="0" presId="urn:microsoft.com/office/officeart/2005/8/layout/process2"/>
    <dgm:cxn modelId="{F1211ABA-D3F1-4930-BF09-22BCBB2EFE14}" type="presOf" srcId="{54721F22-1FD9-40A6-91B9-8B18A9B65E2D}" destId="{C178FF03-289D-4D09-8817-A138E6F6CE99}" srcOrd="0" destOrd="0" presId="urn:microsoft.com/office/officeart/2005/8/layout/process2"/>
    <dgm:cxn modelId="{449B2E78-FDEA-4F6B-BD0F-C09BDA927388}" type="presOf" srcId="{84521075-0FC8-48C7-AB19-238054172B94}" destId="{E89E83C8-8E59-4795-9AA8-8D7677E80955}" srcOrd="1" destOrd="0" presId="urn:microsoft.com/office/officeart/2005/8/layout/process2"/>
    <dgm:cxn modelId="{3F1EE455-B10C-46D4-A3B8-244506FDAA80}" srcId="{2D6933F3-C0D2-46AD-8B0E-8A5CD7D1DE4C}" destId="{47349EEE-A071-409A-9864-F672CB4E5C1A}" srcOrd="2" destOrd="0" parTransId="{860C5180-C398-40B5-B445-9B86D4D4FDB4}" sibTransId="{FA53662D-F9CD-4D98-B29A-A4DB2635532E}"/>
    <dgm:cxn modelId="{0C6E3784-99ED-49BE-9C6F-80794C0B0002}" type="presOf" srcId="{54721F22-1FD9-40A6-91B9-8B18A9B65E2D}" destId="{DCD2B2E2-8B7C-4294-8288-FF338234FD9C}" srcOrd="1" destOrd="0" presId="urn:microsoft.com/office/officeart/2005/8/layout/process2"/>
    <dgm:cxn modelId="{6AB4D3BA-879E-4C5F-A74B-BB0292C09766}" srcId="{2D6933F3-C0D2-46AD-8B0E-8A5CD7D1DE4C}" destId="{42BABEA5-2F3C-4865-8894-D30EACCF70E8}" srcOrd="1" destOrd="0" parTransId="{7BA07800-A69B-43EC-9E59-3D2DEFB41F79}" sibTransId="{84521075-0FC8-48C7-AB19-238054172B94}"/>
    <dgm:cxn modelId="{EED9F90B-1539-46F8-B298-A7E6E553D4E3}" type="presOf" srcId="{E89F15B9-22CF-4D4B-A8E0-A0D4FF91D0C1}" destId="{945C2BC3-6D76-4F9F-9164-94D21FF6A1A9}" srcOrd="0" destOrd="0" presId="urn:microsoft.com/office/officeart/2005/8/layout/process2"/>
    <dgm:cxn modelId="{14296C42-20FE-4B17-B815-3B12AEA6D319}" srcId="{2D6933F3-C0D2-46AD-8B0E-8A5CD7D1DE4C}" destId="{FCD2D46B-FC8D-4F5F-A7B4-A1C9A67EFA1D}" srcOrd="0" destOrd="0" parTransId="{E35C20F8-B938-4D13-B1E2-1B4DD938B77C}" sibTransId="{54721F22-1FD9-40A6-91B9-8B18A9B65E2D}"/>
    <dgm:cxn modelId="{F01BADFB-AE29-4509-8FE6-A0A303A5A3AA}" type="presOf" srcId="{84521075-0FC8-48C7-AB19-238054172B94}" destId="{25F775D9-7A0C-4DB8-A6C0-07D1C4D8AA00}" srcOrd="0" destOrd="0" presId="urn:microsoft.com/office/officeart/2005/8/layout/process2"/>
    <dgm:cxn modelId="{0663D94C-5543-4AC8-A031-2E273D238E9D}" srcId="{2D6933F3-C0D2-46AD-8B0E-8A5CD7D1DE4C}" destId="{E89F15B9-22CF-4D4B-A8E0-A0D4FF91D0C1}" srcOrd="3" destOrd="0" parTransId="{93B89FF3-19BD-44D0-A6A1-2E2AC9C2EB45}" sibTransId="{CDDC86C7-529D-4F8F-8D06-859DD2536709}"/>
    <dgm:cxn modelId="{659EE7F2-86E4-4654-9900-0DE905C75906}" type="presOf" srcId="{47349EEE-A071-409A-9864-F672CB4E5C1A}" destId="{16BAC606-1158-4E0C-B6ED-195595085A1F}" srcOrd="0" destOrd="0" presId="urn:microsoft.com/office/officeart/2005/8/layout/process2"/>
    <dgm:cxn modelId="{4A87BE31-0363-4045-829F-5FD9321FDA93}" type="presParOf" srcId="{6535A854-731A-4D1D-9D45-E8D91B73F3AA}" destId="{36722730-9618-49F0-8BAB-D149AF5315AC}" srcOrd="0" destOrd="0" presId="urn:microsoft.com/office/officeart/2005/8/layout/process2"/>
    <dgm:cxn modelId="{A1DC9E9A-6064-46EA-B5E0-AFB2739B4F73}" type="presParOf" srcId="{6535A854-731A-4D1D-9D45-E8D91B73F3AA}" destId="{C178FF03-289D-4D09-8817-A138E6F6CE99}" srcOrd="1" destOrd="0" presId="urn:microsoft.com/office/officeart/2005/8/layout/process2"/>
    <dgm:cxn modelId="{0D7BDB64-F286-47C0-8FC0-97F810D3B2FE}" type="presParOf" srcId="{C178FF03-289D-4D09-8817-A138E6F6CE99}" destId="{DCD2B2E2-8B7C-4294-8288-FF338234FD9C}" srcOrd="0" destOrd="0" presId="urn:microsoft.com/office/officeart/2005/8/layout/process2"/>
    <dgm:cxn modelId="{820A9A32-96A3-4C82-AF51-AC740372918F}" type="presParOf" srcId="{6535A854-731A-4D1D-9D45-E8D91B73F3AA}" destId="{40E2B904-BC87-480C-8665-9015E6EC108A}" srcOrd="2" destOrd="0" presId="urn:microsoft.com/office/officeart/2005/8/layout/process2"/>
    <dgm:cxn modelId="{94DE19FE-6B28-4762-A8F2-075AAF9C2437}" type="presParOf" srcId="{6535A854-731A-4D1D-9D45-E8D91B73F3AA}" destId="{25F775D9-7A0C-4DB8-A6C0-07D1C4D8AA00}" srcOrd="3" destOrd="0" presId="urn:microsoft.com/office/officeart/2005/8/layout/process2"/>
    <dgm:cxn modelId="{1BA7BC8B-F358-430C-A8CA-F39CAF2D5723}" type="presParOf" srcId="{25F775D9-7A0C-4DB8-A6C0-07D1C4D8AA00}" destId="{E89E83C8-8E59-4795-9AA8-8D7677E80955}" srcOrd="0" destOrd="0" presId="urn:microsoft.com/office/officeart/2005/8/layout/process2"/>
    <dgm:cxn modelId="{961B18F7-23E0-4D3D-A2D4-D8165E432EC5}" type="presParOf" srcId="{6535A854-731A-4D1D-9D45-E8D91B73F3AA}" destId="{16BAC606-1158-4E0C-B6ED-195595085A1F}" srcOrd="4" destOrd="0" presId="urn:microsoft.com/office/officeart/2005/8/layout/process2"/>
    <dgm:cxn modelId="{962C63E3-0582-451A-8A25-A6CDD818C4C2}" type="presParOf" srcId="{6535A854-731A-4D1D-9D45-E8D91B73F3AA}" destId="{2B319CA5-64D7-41C3-B921-A6D2ECEEE80D}" srcOrd="5" destOrd="0" presId="urn:microsoft.com/office/officeart/2005/8/layout/process2"/>
    <dgm:cxn modelId="{5A4332EB-E903-416A-B055-11BCAE25962A}" type="presParOf" srcId="{2B319CA5-64D7-41C3-B921-A6D2ECEEE80D}" destId="{768103D6-7B6A-4CBD-8C61-39454EC9C21B}" srcOrd="0" destOrd="0" presId="urn:microsoft.com/office/officeart/2005/8/layout/process2"/>
    <dgm:cxn modelId="{C1918023-4A71-40EC-8E05-F927B6598635}" type="presParOf" srcId="{6535A854-731A-4D1D-9D45-E8D91B73F3AA}" destId="{945C2BC3-6D76-4F9F-9164-94D21FF6A1A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688CE6-D86E-49B6-87BB-142725D9D5CA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</dgm:pt>
    <dgm:pt modelId="{CB113B10-F1ED-4BBB-85D4-C2EF86811E32}">
      <dgm:prSet phldrT="[Text]"/>
      <dgm:spPr/>
      <dgm:t>
        <a:bodyPr/>
        <a:lstStyle/>
        <a:p>
          <a:r>
            <a:rPr lang="en-US" dirty="0" smtClean="0"/>
            <a:t>File</a:t>
          </a:r>
          <a:endParaRPr lang="en-IN" dirty="0"/>
        </a:p>
      </dgm:t>
    </dgm:pt>
    <dgm:pt modelId="{B4907EDB-423F-45FE-87F6-E63E906C8DF0}" type="parTrans" cxnId="{E1CA9CB6-D89E-42D6-BBF6-23E15275E9F8}">
      <dgm:prSet/>
      <dgm:spPr/>
      <dgm:t>
        <a:bodyPr/>
        <a:lstStyle/>
        <a:p>
          <a:endParaRPr lang="en-IN"/>
        </a:p>
      </dgm:t>
    </dgm:pt>
    <dgm:pt modelId="{77C53EC2-9035-4B0A-B269-AA2FC6AE94E9}" type="sibTrans" cxnId="{E1CA9CB6-D89E-42D6-BBF6-23E15275E9F8}">
      <dgm:prSet/>
      <dgm:spPr/>
      <dgm:t>
        <a:bodyPr/>
        <a:lstStyle/>
        <a:p>
          <a:endParaRPr lang="en-IN"/>
        </a:p>
      </dgm:t>
    </dgm:pt>
    <dgm:pt modelId="{83F8972E-2AC4-46E5-99BD-4393CAD5BEAF}">
      <dgm:prSet phldrT="[Text]"/>
      <dgm:spPr/>
      <dgm:t>
        <a:bodyPr/>
        <a:lstStyle/>
        <a:p>
          <a:r>
            <a:rPr lang="en-US" dirty="0" smtClean="0"/>
            <a:t>FileInputStream / FileOutputStream</a:t>
          </a:r>
          <a:endParaRPr lang="en-IN" dirty="0"/>
        </a:p>
      </dgm:t>
    </dgm:pt>
    <dgm:pt modelId="{597D9B9D-B37F-4C17-8EE8-02F176EB43CE}" type="parTrans" cxnId="{139EDE82-BAD8-42FD-A421-5377268E9137}">
      <dgm:prSet/>
      <dgm:spPr/>
      <dgm:t>
        <a:bodyPr/>
        <a:lstStyle/>
        <a:p>
          <a:endParaRPr lang="en-IN"/>
        </a:p>
      </dgm:t>
    </dgm:pt>
    <dgm:pt modelId="{A3B2DE5E-084F-475B-8742-0558FEC7238D}" type="sibTrans" cxnId="{139EDE82-BAD8-42FD-A421-5377268E9137}">
      <dgm:prSet/>
      <dgm:spPr/>
      <dgm:t>
        <a:bodyPr/>
        <a:lstStyle/>
        <a:p>
          <a:endParaRPr lang="en-IN"/>
        </a:p>
      </dgm:t>
    </dgm:pt>
    <dgm:pt modelId="{9DA5A43B-9DEE-4499-A271-D2C732F54B73}" type="pres">
      <dgm:prSet presAssocID="{F7688CE6-D86E-49B6-87BB-142725D9D5CA}" presName="Name0" presStyleCnt="0">
        <dgm:presLayoutVars>
          <dgm:dir/>
          <dgm:animLvl val="lvl"/>
          <dgm:resizeHandles val="exact"/>
        </dgm:presLayoutVars>
      </dgm:prSet>
      <dgm:spPr/>
    </dgm:pt>
    <dgm:pt modelId="{82896658-CD1F-4826-9BEE-DB80B68A0BA3}" type="pres">
      <dgm:prSet presAssocID="{CB113B10-F1ED-4BBB-85D4-C2EF86811E32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91B559A4-1C99-40FB-8D28-9A478E8A47A8}" type="pres">
      <dgm:prSet presAssocID="{77C53EC2-9035-4B0A-B269-AA2FC6AE94E9}" presName="parTxOnlySpace" presStyleCnt="0"/>
      <dgm:spPr/>
    </dgm:pt>
    <dgm:pt modelId="{CDD7A5DC-06DB-4234-9BD3-20E16E1D4012}" type="pres">
      <dgm:prSet presAssocID="{83F8972E-2AC4-46E5-99BD-4393CAD5BEAF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139EDE82-BAD8-42FD-A421-5377268E9137}" srcId="{F7688CE6-D86E-49B6-87BB-142725D9D5CA}" destId="{83F8972E-2AC4-46E5-99BD-4393CAD5BEAF}" srcOrd="1" destOrd="0" parTransId="{597D9B9D-B37F-4C17-8EE8-02F176EB43CE}" sibTransId="{A3B2DE5E-084F-475B-8742-0558FEC7238D}"/>
    <dgm:cxn modelId="{3B64B94F-C557-4C8B-8BD6-F76F630E459F}" type="presOf" srcId="{CB113B10-F1ED-4BBB-85D4-C2EF86811E32}" destId="{82896658-CD1F-4826-9BEE-DB80B68A0BA3}" srcOrd="0" destOrd="0" presId="urn:microsoft.com/office/officeart/2005/8/layout/chevron1"/>
    <dgm:cxn modelId="{464A733E-E48E-474D-B0B7-89E5C91F713E}" type="presOf" srcId="{F7688CE6-D86E-49B6-87BB-142725D9D5CA}" destId="{9DA5A43B-9DEE-4499-A271-D2C732F54B73}" srcOrd="0" destOrd="0" presId="urn:microsoft.com/office/officeart/2005/8/layout/chevron1"/>
    <dgm:cxn modelId="{E1CA9CB6-D89E-42D6-BBF6-23E15275E9F8}" srcId="{F7688CE6-D86E-49B6-87BB-142725D9D5CA}" destId="{CB113B10-F1ED-4BBB-85D4-C2EF86811E32}" srcOrd="0" destOrd="0" parTransId="{B4907EDB-423F-45FE-87F6-E63E906C8DF0}" sibTransId="{77C53EC2-9035-4B0A-B269-AA2FC6AE94E9}"/>
    <dgm:cxn modelId="{CABF3237-21CB-49A6-9B83-EE727361F2A4}" type="presOf" srcId="{83F8972E-2AC4-46E5-99BD-4393CAD5BEAF}" destId="{CDD7A5DC-06DB-4234-9BD3-20E16E1D4012}" srcOrd="0" destOrd="0" presId="urn:microsoft.com/office/officeart/2005/8/layout/chevron1"/>
    <dgm:cxn modelId="{1EDE8824-BE24-47F0-BE59-CFA942F74B61}" type="presParOf" srcId="{9DA5A43B-9DEE-4499-A271-D2C732F54B73}" destId="{82896658-CD1F-4826-9BEE-DB80B68A0BA3}" srcOrd="0" destOrd="0" presId="urn:microsoft.com/office/officeart/2005/8/layout/chevron1"/>
    <dgm:cxn modelId="{81334041-5413-4BDB-A99A-19910DAE551E}" type="presParOf" srcId="{9DA5A43B-9DEE-4499-A271-D2C732F54B73}" destId="{91B559A4-1C99-40FB-8D28-9A478E8A47A8}" srcOrd="1" destOrd="0" presId="urn:microsoft.com/office/officeart/2005/8/layout/chevron1"/>
    <dgm:cxn modelId="{28C96712-5FEB-4756-8A07-1E76DEF95800}" type="presParOf" srcId="{9DA5A43B-9DEE-4499-A271-D2C732F54B73}" destId="{CDD7A5DC-06DB-4234-9BD3-20E16E1D4012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22730-9618-49F0-8BAB-D149AF5315AC}">
      <dsp:nvSpPr>
        <dsp:cNvPr id="0" name=""/>
        <dsp:cNvSpPr/>
      </dsp:nvSpPr>
      <dsp:spPr>
        <a:xfrm>
          <a:off x="418366" y="1620"/>
          <a:ext cx="1126222" cy="6026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Workbook</a:t>
          </a:r>
          <a:endParaRPr lang="en-IN" sz="1800" kern="1200" dirty="0"/>
        </a:p>
      </dsp:txBody>
      <dsp:txXfrm>
        <a:off x="436017" y="19271"/>
        <a:ext cx="1090920" cy="567358"/>
      </dsp:txXfrm>
    </dsp:sp>
    <dsp:sp modelId="{C178FF03-289D-4D09-8817-A138E6F6CE99}">
      <dsp:nvSpPr>
        <dsp:cNvPr id="0" name=""/>
        <dsp:cNvSpPr/>
      </dsp:nvSpPr>
      <dsp:spPr>
        <a:xfrm rot="5400000">
          <a:off x="868478" y="619347"/>
          <a:ext cx="225997" cy="271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200" kern="1200"/>
        </a:p>
      </dsp:txBody>
      <dsp:txXfrm rot="-5400000">
        <a:off x="900118" y="641947"/>
        <a:ext cx="162719" cy="158198"/>
      </dsp:txXfrm>
    </dsp:sp>
    <dsp:sp modelId="{40E2B904-BC87-480C-8665-9015E6EC108A}">
      <dsp:nvSpPr>
        <dsp:cNvPr id="0" name=""/>
        <dsp:cNvSpPr/>
      </dsp:nvSpPr>
      <dsp:spPr>
        <a:xfrm>
          <a:off x="418366" y="905611"/>
          <a:ext cx="1126222" cy="602660"/>
        </a:xfrm>
        <a:prstGeom prst="roundRect">
          <a:avLst>
            <a:gd name="adj" fmla="val 10000"/>
          </a:avLst>
        </a:prstGeom>
        <a:solidFill>
          <a:schemeClr val="accent3">
            <a:hueOff val="-4109389"/>
            <a:satOff val="4187"/>
            <a:lumOff val="-78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Sheet</a:t>
          </a:r>
          <a:endParaRPr lang="en-IN" sz="1800" kern="1200" dirty="0"/>
        </a:p>
      </dsp:txBody>
      <dsp:txXfrm>
        <a:off x="436017" y="923262"/>
        <a:ext cx="1090920" cy="567358"/>
      </dsp:txXfrm>
    </dsp:sp>
    <dsp:sp modelId="{25F775D9-7A0C-4DB8-A6C0-07D1C4D8AA00}">
      <dsp:nvSpPr>
        <dsp:cNvPr id="0" name=""/>
        <dsp:cNvSpPr/>
      </dsp:nvSpPr>
      <dsp:spPr>
        <a:xfrm rot="5400000">
          <a:off x="868478" y="1523338"/>
          <a:ext cx="225997" cy="271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6164083"/>
            <a:satOff val="6281"/>
            <a:lumOff val="-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200" kern="1200"/>
        </a:p>
      </dsp:txBody>
      <dsp:txXfrm rot="-5400000">
        <a:off x="900118" y="1545938"/>
        <a:ext cx="162719" cy="158198"/>
      </dsp:txXfrm>
    </dsp:sp>
    <dsp:sp modelId="{16BAC606-1158-4E0C-B6ED-195595085A1F}">
      <dsp:nvSpPr>
        <dsp:cNvPr id="0" name=""/>
        <dsp:cNvSpPr/>
      </dsp:nvSpPr>
      <dsp:spPr>
        <a:xfrm>
          <a:off x="418366" y="1809602"/>
          <a:ext cx="1126222" cy="602660"/>
        </a:xfrm>
        <a:prstGeom prst="roundRect">
          <a:avLst>
            <a:gd name="adj" fmla="val 10000"/>
          </a:avLst>
        </a:prstGeom>
        <a:solidFill>
          <a:schemeClr val="accent3">
            <a:hueOff val="-8218778"/>
            <a:satOff val="8375"/>
            <a:lumOff val="-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Row</a:t>
          </a:r>
          <a:endParaRPr lang="en-IN" sz="1800" kern="1200" dirty="0"/>
        </a:p>
      </dsp:txBody>
      <dsp:txXfrm>
        <a:off x="436017" y="1827253"/>
        <a:ext cx="1090920" cy="567358"/>
      </dsp:txXfrm>
    </dsp:sp>
    <dsp:sp modelId="{2B319CA5-64D7-41C3-B921-A6D2ECEEE80D}">
      <dsp:nvSpPr>
        <dsp:cNvPr id="0" name=""/>
        <dsp:cNvSpPr/>
      </dsp:nvSpPr>
      <dsp:spPr>
        <a:xfrm rot="5400000">
          <a:off x="868478" y="2427330"/>
          <a:ext cx="225997" cy="271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2328166"/>
            <a:satOff val="12562"/>
            <a:lumOff val="-23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200" kern="1200"/>
        </a:p>
      </dsp:txBody>
      <dsp:txXfrm rot="-5400000">
        <a:off x="900118" y="2449930"/>
        <a:ext cx="162719" cy="158198"/>
      </dsp:txXfrm>
    </dsp:sp>
    <dsp:sp modelId="{945C2BC3-6D76-4F9F-9164-94D21FF6A1A9}">
      <dsp:nvSpPr>
        <dsp:cNvPr id="0" name=""/>
        <dsp:cNvSpPr/>
      </dsp:nvSpPr>
      <dsp:spPr>
        <a:xfrm>
          <a:off x="418366" y="2713594"/>
          <a:ext cx="1126222" cy="602660"/>
        </a:xfrm>
        <a:prstGeom prst="roundRect">
          <a:avLst>
            <a:gd name="adj" fmla="val 10000"/>
          </a:avLst>
        </a:prstGeom>
        <a:solidFill>
          <a:schemeClr val="accent3">
            <a:hueOff val="-12328166"/>
            <a:satOff val="12562"/>
            <a:lumOff val="-235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Cell</a:t>
          </a:r>
          <a:endParaRPr lang="en-IN" sz="1800" kern="1200" dirty="0"/>
        </a:p>
      </dsp:txBody>
      <dsp:txXfrm>
        <a:off x="436017" y="2731245"/>
        <a:ext cx="1090920" cy="5673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896658-CD1F-4826-9BEE-DB80B68A0BA3}">
      <dsp:nvSpPr>
        <dsp:cNvPr id="0" name=""/>
        <dsp:cNvSpPr/>
      </dsp:nvSpPr>
      <dsp:spPr>
        <a:xfrm>
          <a:off x="4835" y="0"/>
          <a:ext cx="2890772" cy="510266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File</a:t>
          </a:r>
          <a:endParaRPr lang="en-IN" sz="1700" kern="1200" dirty="0"/>
        </a:p>
      </dsp:txBody>
      <dsp:txXfrm>
        <a:off x="259968" y="0"/>
        <a:ext cx="2380506" cy="510266"/>
      </dsp:txXfrm>
    </dsp:sp>
    <dsp:sp modelId="{CDD7A5DC-06DB-4234-9BD3-20E16E1D4012}">
      <dsp:nvSpPr>
        <dsp:cNvPr id="0" name=""/>
        <dsp:cNvSpPr/>
      </dsp:nvSpPr>
      <dsp:spPr>
        <a:xfrm>
          <a:off x="2606531" y="0"/>
          <a:ext cx="2890772" cy="510266"/>
        </a:xfrm>
        <a:prstGeom prst="chevron">
          <a:avLst/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FileInputStream / FileOutputStream</a:t>
          </a:r>
          <a:endParaRPr lang="en-IN" sz="1700" kern="1200" dirty="0"/>
        </a:p>
      </dsp:txBody>
      <dsp:txXfrm>
        <a:off x="2861664" y="0"/>
        <a:ext cx="2380506" cy="5102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04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65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68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44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42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15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7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47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103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23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638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469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501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307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236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111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06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E7BC1F-1C70-4D53-953A-79963BEF031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3A4F83-F7C8-4028-AD7C-11CB8B83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1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 dirty="0" smtClean="0"/>
              <a:t>Read the data from Excel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 dirty="0" smtClean="0"/>
              <a:t>Write the data to Excel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463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Workbook – Excel File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that stores the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71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Stream: </a:t>
            </a:r>
            <a:r>
              <a:rPr lang="en-US" sz="2000" dirty="0" smtClean="0"/>
              <a:t>Flow of data from application to memory and memory to application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957588" y="2550017"/>
            <a:ext cx="2318197" cy="3374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 Application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126569" y="2550017"/>
            <a:ext cx="2189409" cy="337426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4275785" y="2949261"/>
            <a:ext cx="3850784" cy="115909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FileOutputStream / Writing</a:t>
            </a:r>
            <a:endParaRPr lang="en-IN" dirty="0"/>
          </a:p>
        </p:txBody>
      </p:sp>
      <p:sp>
        <p:nvSpPr>
          <p:cNvPr id="7" name="Left Arrow 6"/>
          <p:cNvSpPr/>
          <p:nvPr/>
        </p:nvSpPr>
        <p:spPr>
          <a:xfrm>
            <a:off x="4275785" y="4529305"/>
            <a:ext cx="3850784" cy="1034367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 / Reading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2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Handling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957588" y="2550017"/>
            <a:ext cx="2318197" cy="3374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 Application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126569" y="2550017"/>
            <a:ext cx="2189409" cy="337426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5280337" y="3316309"/>
            <a:ext cx="1841679" cy="1841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POI</a:t>
            </a:r>
          </a:p>
          <a:p>
            <a:pPr algn="ctr"/>
            <a:r>
              <a:rPr lang="en-US" dirty="0" smtClean="0"/>
              <a:t>(API)</a:t>
            </a:r>
            <a:endParaRPr lang="en-IN" dirty="0"/>
          </a:p>
        </p:txBody>
      </p:sp>
      <p:cxnSp>
        <p:nvCxnSpPr>
          <p:cNvPr id="9" name="Straight Arrow Connector 8"/>
          <p:cNvCxnSpPr>
            <a:stCxn id="3" idx="6"/>
            <a:endCxn id="5" idx="2"/>
          </p:cNvCxnSpPr>
          <p:nvPr/>
        </p:nvCxnSpPr>
        <p:spPr>
          <a:xfrm>
            <a:off x="7122016" y="4237149"/>
            <a:ext cx="100455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2"/>
            <a:endCxn id="4" idx="3"/>
          </p:cNvCxnSpPr>
          <p:nvPr/>
        </p:nvCxnSpPr>
        <p:spPr>
          <a:xfrm flipH="1">
            <a:off x="4275785" y="4237149"/>
            <a:ext cx="100455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83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Hierarchy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672203"/>
              </p:ext>
            </p:extLst>
          </p:nvPr>
        </p:nvGraphicFramePr>
        <p:xfrm>
          <a:off x="7142408" y="2596098"/>
          <a:ext cx="1962955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816001876"/>
              </p:ext>
            </p:extLst>
          </p:nvPr>
        </p:nvGraphicFramePr>
        <p:xfrm>
          <a:off x="1954728" y="2627290"/>
          <a:ext cx="5502140" cy="510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6220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44</TotalTime>
  <Words>81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Data Driven Framework</vt:lpstr>
      <vt:lpstr>Excel File</vt:lpstr>
      <vt:lpstr>Stream: Flow of data from application to memory and memory to application</vt:lpstr>
      <vt:lpstr>Excel Handling</vt:lpstr>
      <vt:lpstr>Object Hierarchy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4</cp:revision>
  <dcterms:created xsi:type="dcterms:W3CDTF">2025-12-26T01:54:13Z</dcterms:created>
  <dcterms:modified xsi:type="dcterms:W3CDTF">2025-12-26T02:38:30Z</dcterms:modified>
</cp:coreProperties>
</file>